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Instrument Sans Medium" panose="020B0604020202020204" charset="0"/>
      <p:regular r:id="rId6"/>
    </p:embeddedFont>
    <p:embeddedFont>
      <p:font typeface="Instrument Sans Semi Bold" panose="020B0604020202020204" charset="0"/>
      <p:regular r:id="rId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75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6" y="8783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Разработка системы виртуальных музеев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6" y="2386673"/>
            <a:ext cx="5577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 использованием музейной педагогики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86" y="316859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 Современный формат сохранения и передачи культурного наследия - Интерактивное обучение через экспонаты и истории - Цель: доступная образовательная платформа для глубокого знакомства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355CB-4807-44CA-160E-EE9BF71404DA}"/>
              </a:ext>
            </a:extLst>
          </p:cNvPr>
          <p:cNvSpPr/>
          <p:nvPr/>
        </p:nvSpPr>
        <p:spPr>
          <a:xfrm>
            <a:off x="12712700" y="7605832"/>
            <a:ext cx="1828800" cy="587931"/>
          </a:xfrm>
          <a:prstGeom prst="rect">
            <a:avLst/>
          </a:prstGeom>
          <a:solidFill>
            <a:srgbClr val="2A2A2D"/>
          </a:solidFill>
          <a:ln>
            <a:solidFill>
              <a:srgbClr val="2A2A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052447A-1989-CFE9-6F27-AB078E2B0D38}"/>
              </a:ext>
            </a:extLst>
          </p:cNvPr>
          <p:cNvSpPr/>
          <p:nvPr/>
        </p:nvSpPr>
        <p:spPr>
          <a:xfrm>
            <a:off x="6280185" y="42345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 </a:t>
            </a:r>
            <a:r>
              <a:rPr lang="ru-RU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Цель: разработка прототипа системы виртуального музея в среде Unity, ориентированного на детей дошкольного возраста и реализующего принципы музейной педагогики в игровой форме для формирования первичных культурных представлений.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8942467-1B02-6C47-CDCE-865B69A0E5C8}"/>
              </a:ext>
            </a:extLst>
          </p:cNvPr>
          <p:cNvSpPr/>
          <p:nvPr/>
        </p:nvSpPr>
        <p:spPr>
          <a:xfrm>
            <a:off x="6280184" y="568617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 </a:t>
            </a:r>
            <a:r>
              <a:rPr lang="ru-RU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Актуальность: Актуальность темы дипломной работы обусловлена противоречием между растущими возможностями цифровых технологий для раннего культурного развития детей и отсутствием педагогически продуманных виртуальных музеев, ориентированных на дошкольную аудиторию.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76" y="878086"/>
            <a:ext cx="6157674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Почему это важно сегодня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6" y="1906786"/>
            <a:ext cx="8459748" cy="479381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750" y="2145744"/>
            <a:ext cx="1258133" cy="7774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079599" y="2145744"/>
            <a:ext cx="240351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Доступность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1079599" y="2609136"/>
            <a:ext cx="2876907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Преодоление географических и временных барьеров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750" y="3503533"/>
            <a:ext cx="1258133" cy="7774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79599" y="3503533"/>
            <a:ext cx="240351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Вовлечение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1079599" y="3966924"/>
            <a:ext cx="2876907" cy="852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Интерактивы, задания и мультимедиа повышают интерес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7750" y="5145524"/>
            <a:ext cx="1258133" cy="7774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079599" y="5145524"/>
            <a:ext cx="240351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Педагогика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1079599" y="5608915"/>
            <a:ext cx="2876907" cy="852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Критическое мышление, творчество, эмоциональная связь с историей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81276" y="7067312"/>
            <a:ext cx="13267730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 Примеры успешных проектов в России и мире: гибридные экскурсии, образовательные курсы</a:t>
            </a:r>
            <a:endParaRPr lang="en-US" sz="1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E13A67-7386-2365-B47D-3302FA63B152}"/>
              </a:ext>
            </a:extLst>
          </p:cNvPr>
          <p:cNvSpPr/>
          <p:nvPr/>
        </p:nvSpPr>
        <p:spPr>
          <a:xfrm>
            <a:off x="12712700" y="7605832"/>
            <a:ext cx="1828800" cy="587931"/>
          </a:xfrm>
          <a:prstGeom prst="rect">
            <a:avLst/>
          </a:prstGeom>
          <a:solidFill>
            <a:srgbClr val="2A2A2D"/>
          </a:solidFill>
          <a:ln>
            <a:solidFill>
              <a:srgbClr val="2A2A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4189" y="428744"/>
            <a:ext cx="7608213" cy="473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Ключевые этапы и возможности системы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62" y="1105257"/>
            <a:ext cx="9520357" cy="50425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3121" y="4709145"/>
            <a:ext cx="2353880" cy="294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коллекций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705734" y="5087073"/>
            <a:ext cx="2521267" cy="39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Отбор и цифровая подготовка артефактов.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952492" y="1773007"/>
            <a:ext cx="2353880" cy="294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Виртуальные туры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785105" y="2150936"/>
            <a:ext cx="2521267" cy="39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Мультимедиа и учебные задания внутри туров.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34416" y="1773007"/>
            <a:ext cx="2471737" cy="294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Музейная педагогика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434416" y="2150936"/>
            <a:ext cx="2521267" cy="39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Квесты, дискуссии и творческие проекты.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323660" y="4709308"/>
            <a:ext cx="2353880" cy="294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Интеграция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323660" y="5087237"/>
            <a:ext cx="2521267" cy="39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Связь с платформами и сообществами.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084189" y="6261735"/>
            <a:ext cx="10462022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 Анализ коллекций → цифровая подготовка и метаданные - Интерактивные туры + образовательные задания - Методики: квесты, модерация дискуссий, творческие проекты - Перспективы: интеграция, масштабирование, вовлечение сообществ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084189" y="6780252"/>
            <a:ext cx="5180290" cy="1020604"/>
          </a:xfrm>
          <a:prstGeom prst="roundRect">
            <a:avLst>
              <a:gd name="adj" fmla="val 624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3376" y="6939439"/>
            <a:ext cx="189523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Итог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243376" y="7237095"/>
            <a:ext cx="4861917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Доступное, современное и эффективное музейное образование для всех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65802" y="6780252"/>
            <a:ext cx="5180409" cy="1020604"/>
          </a:xfrm>
          <a:prstGeom prst="roundRect">
            <a:avLst>
              <a:gd name="adj" fmla="val 624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24988" y="6939439"/>
            <a:ext cx="189523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Следующий шаг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24988" y="7237095"/>
            <a:ext cx="4862036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Пилот в школе + партнерства с музеями</a:t>
            </a:r>
            <a:endParaRPr lang="en-US" sz="11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898F1F-D6D0-7CA5-39DE-7CD125B12C33}"/>
              </a:ext>
            </a:extLst>
          </p:cNvPr>
          <p:cNvSpPr/>
          <p:nvPr/>
        </p:nvSpPr>
        <p:spPr>
          <a:xfrm>
            <a:off x="12712700" y="7605832"/>
            <a:ext cx="1828800" cy="587931"/>
          </a:xfrm>
          <a:prstGeom prst="rect">
            <a:avLst/>
          </a:prstGeom>
          <a:solidFill>
            <a:srgbClr val="2A2A2D"/>
          </a:solidFill>
          <a:ln>
            <a:solidFill>
              <a:srgbClr val="2A2A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229</Words>
  <Application>Microsoft Office PowerPoint</Application>
  <PresentationFormat>Custom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morozko</cp:lastModifiedBy>
  <cp:revision>5</cp:revision>
  <dcterms:created xsi:type="dcterms:W3CDTF">2026-02-12T21:29:57Z</dcterms:created>
  <dcterms:modified xsi:type="dcterms:W3CDTF">2026-02-13T08:24:00Z</dcterms:modified>
</cp:coreProperties>
</file>